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XaaDir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3533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</a:rPr>
              <a:t>Attendance Management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Final Project Presentation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React JS + Tailwind CSS frontend, ASP.NET Core Web API backend, ADO.NET data access, and SQL Server XaaDirDB.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005840"/>
            <a:ext cx="45720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Current status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Database, backend, and frontend are built. Final testing, GitHub push, and optional deployment remain.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005840"/>
            <a:ext cx="73152" cy="105156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23160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5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Tables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01000" y="2423160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4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Classes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0" y="2423160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7C00"/>
                </a:solidFill>
              </a:rPr>
              <a:t>200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Students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3703320"/>
            <a:ext cx="4572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Core idea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A teacher loads one class session, marks Present or Late, and unticked students are saved as Absent.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703320"/>
            <a:ext cx="73152" cy="12344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Problem &amp;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Manual attendance is slow, error-prone, and difficult to summarize.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246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Problem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Paper registers make it hard to calculate absence percentages and teacher-specific reports.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73152" cy="10972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874520"/>
            <a:ext cx="3246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Solution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XaaDir digitizes class attendance and stores every record in SQL Server.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73152" cy="109728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874520"/>
            <a:ext cx="29718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Outcome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Admin and teachers get dashboards, charts, and percentage reports.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874520"/>
            <a:ext cx="73152" cy="109728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4904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Sat-Wed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School days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17520" y="374904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7:00-12:30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School time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57800" y="374904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7C00"/>
                </a:solidFill>
              </a:rPr>
              <a:t>5+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Teachers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498080" y="3749040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12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Subjects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738360" y="3749040"/>
            <a:ext cx="16916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Charts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Reports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Full-stack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React never talks directly to SQL Server; it communicates through the API.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React Frontend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Tailwind UI, forms, charts, validation, API calls.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73152" cy="10058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0574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ASP.NET Core API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Controllers, routes, validation, permission rules.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2057400"/>
            <a:ext cx="73152" cy="100584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0574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ADO.NET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SqlConnection, commands, readers, transactions.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73152" cy="1005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2057400"/>
            <a:ext cx="2148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SQL Server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XaaDirDB tables and relationships.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9720" y="2057400"/>
            <a:ext cx="73152" cy="10058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2651760" cy="310896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Frontend: http://localhost:5173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11880" y="4526280"/>
            <a:ext cx="2651760" cy="310896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Backend: http://localhost:5168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1828800" cy="310896"/>
          </a:xfrm>
          <a:prstGeom prst="rect">
            <a:avLst/>
          </a:prstGeom>
          <a:solidFill>
            <a:srgbClr val="F57C00"/>
          </a:solidFill>
          <a:ln>
            <a:solidFill>
              <a:srgbClr val="F57C0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API Base: /api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Roles &amp; Permission Rules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stays Admin; teachers can be promoted to TeacherAdmin.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Admin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Pure administrator. Full system access. Cannot be converted into another role.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73152" cy="128016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2880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Teacher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Can view assigned subjects, load class students, mark attendance, and view own reports.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82880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TeacherAdmin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Teacher who also has admin access. Useful when trusted teachers need management tasks.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73152" cy="12801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89120"/>
            <a:ext cx="2560320" cy="310896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Users: Admin / TeacherAdmin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703320" y="4389120"/>
            <a:ext cx="3017520" cy="310896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Subject filter: Teacher / TeacherAdmin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132320" y="4389120"/>
            <a:ext cx="1920240" cy="310896"/>
          </a:xfrm>
          <a:prstGeom prst="rect">
            <a:avLst/>
          </a:prstGeom>
          <a:solidFill>
            <a:srgbClr val="F57C00"/>
          </a:solidFill>
          <a:ln>
            <a:solidFill>
              <a:srgbClr val="F57C0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Pure Admin protected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Database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Five core tables support real attendance while staying within the requirement.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325880" cy="685800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Users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788920" y="1828800"/>
            <a:ext cx="1325880" cy="685800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Subjects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1463040" cy="685800"/>
          </a:xfrm>
          <a:prstGeom prst="rect">
            <a:avLst/>
          </a:prstGeom>
          <a:solidFill>
            <a:srgbClr val="F57C00"/>
          </a:solidFill>
          <a:ln>
            <a:solidFill>
              <a:srgbClr val="F57C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Attendance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903720" y="1828800"/>
            <a:ext cx="1325880" cy="685800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Students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903720" y="3657600"/>
            <a:ext cx="1325880" cy="685800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Classes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240280" y="2176272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2176272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176272"/>
            <a:ext cx="5029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71232" y="2578608"/>
            <a:ext cx="0" cy="9144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915400" y="182880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Sample data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1 Admin, 5 Teachers, 4 Classes, 12 Subjects, 200 Students.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828800"/>
            <a:ext cx="73152" cy="91440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306324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Statuses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Present, Absent, and Late.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3063240"/>
            <a:ext cx="73152" cy="9144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429768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Update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TeacherAdmin role script included.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400" y="4297680"/>
            <a:ext cx="73152" cy="91440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Backend API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ASP.NET Core Web API uses ADO.NET and Swagger testing.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Controllers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Auth, Users, Classes, Subjects, Students, Attendance, Reports.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3152" cy="10058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Repositories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ADO.NET CRUD and report queries are separated from controllers.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3152" cy="100584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Business rules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Teacher permission and class attendance batch save.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73152" cy="1005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069080"/>
            <a:ext cx="2011680" cy="310896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POST /api/Auth/login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063240" y="4069080"/>
            <a:ext cx="2834640" cy="310896"/>
          </a:xfrm>
          <a:prstGeom prst="rect">
            <a:avLst/>
          </a:prstGeom>
          <a:solidFill>
            <a:srgbClr val="F57C00"/>
          </a:solidFill>
          <a:ln>
            <a:solidFill>
              <a:srgbClr val="F57C0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POST /api/Attendance/mark-class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144768" y="4069080"/>
            <a:ext cx="2926080" cy="310896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GET student percentages by class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86384" y="4663440"/>
            <a:ext cx="2011680" cy="310896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GET admin summary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063240" y="4663440"/>
            <a:ext cx="2011680" cy="310896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GET teacher subjects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Frontend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React JS with Tailwind CSS creates a clean responsive interface.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React JS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Framework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Tailwind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Styling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85232" y="182880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7C00"/>
                </a:solidFill>
              </a:rPr>
              <a:t>React Router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Routing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52944" y="182880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Context API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State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20656" y="1828800"/>
            <a:ext cx="15544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Axios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API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9808" y="333756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Pages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Login, dashboards, CRUD pages, Attendance, Reports, About.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" y="3337560"/>
            <a:ext cx="73152" cy="96012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33756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Components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Sidebar, Navbar, DataTable, Modal, Badge, StatCard, SearchBox, AttendanceBars.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73152" cy="96012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333756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Feedback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Toast notifications, validation messages, responsive tables and cards.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28432" y="3337560"/>
            <a:ext cx="73152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Corrected Class Attendance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Teacher manages attendance for the whole class session.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508760" cy="685800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Select Class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880360" y="1920240"/>
            <a:ext cx="1508760" cy="685800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Select Subject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1508760" cy="685800"/>
          </a:xfrm>
          <a:prstGeom prst="rect">
            <a:avLst/>
          </a:prstGeom>
          <a:solidFill>
            <a:srgbClr val="F57C00"/>
          </a:solidFill>
          <a:ln>
            <a:solidFill>
              <a:srgbClr val="F57C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Load Students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178040" y="1920240"/>
            <a:ext cx="1508760" cy="685800"/>
          </a:xfrm>
          <a:prstGeom prst="rect">
            <a:avLst/>
          </a:prstGeom>
          <a:solidFill>
            <a:srgbClr val="0B63CE"/>
          </a:solidFill>
          <a:ln>
            <a:solidFill>
              <a:srgbClr val="0B6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Tick Present / Late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326880" y="1920240"/>
            <a:ext cx="1508760" cy="685800"/>
          </a:xfrm>
          <a:prstGeom prst="rect">
            <a:avLst/>
          </a:prstGeom>
          <a:solidFill>
            <a:srgbClr val="14B84A"/>
          </a:solidFill>
          <a:ln>
            <a:solidFill>
              <a:srgbClr val="14B8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Save Class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Present checkbox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Checked means the student attended normally.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749040"/>
            <a:ext cx="73152" cy="96012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74904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Late checkbox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Late overrides Present and saves the status as Late.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3749040"/>
            <a:ext cx="73152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74904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Unticked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If neither Present nor Late is selected, status becomes Absent.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374904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Reports &amp;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XaaDir summarizes attendance by status, class, teacher, and student.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91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Class chart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Present, Absent, and Late counts appear as chart bars after each class session.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10058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54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Present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48840" y="3182112"/>
            <a:ext cx="150876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3182112"/>
            <a:ext cx="1207008" cy="109728"/>
          </a:xfrm>
          <a:prstGeom prst="roundRect">
            <a:avLst>
              <a:gd name="adj" fmla="val 33333"/>
            </a:avLst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314553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4A"/>
                </a:solidFill>
              </a:rPr>
              <a:t>80%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Absent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3639312"/>
            <a:ext cx="150876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3639312"/>
            <a:ext cx="181051" cy="10972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360273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12%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8840" y="4096512"/>
            <a:ext cx="150876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4096512"/>
            <a:ext cx="120701" cy="109728"/>
          </a:xfrm>
          <a:prstGeom prst="roundRect">
            <a:avLst>
              <a:gd name="adj" fmla="val 33333"/>
            </a:avLst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405993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C00"/>
                </a:solidFill>
              </a:rPr>
              <a:t>8%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1737360"/>
            <a:ext cx="32004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Student percentage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Each student report shows total records and attendance, absence, late percentages.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1737360"/>
            <a:ext cx="73152" cy="100584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46120"/>
            <a:ext cx="1143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85%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Attendance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1143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</a:rPr>
              <a:t>10%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Absence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394960" y="4251960"/>
            <a:ext cx="1143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7C00"/>
                </a:solidFill>
              </a:rPr>
              <a:t>5%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Late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38160" y="1737360"/>
            <a:ext cx="32004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Admin analytics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Admin can compare class totals, teacher totals, and status totals from reports.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73152" cy="1005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</a:rPr>
              <a:t>XaaDir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Final Status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project is code-complete; final testing and deployment are the only remaining steps.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Completed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Database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40864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Completed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Backend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Completed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Frontend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877056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B84A"/>
                </a:solidFill>
              </a:rPr>
              <a:t>Generated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Documentation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645152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7C00"/>
                </a:solidFill>
              </a:rPr>
              <a:t>Push latest fix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GitHub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5413248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63CE"/>
                </a:solidFill>
              </a:rPr>
              <a:t>Optional
</a:t>
            </a:r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Deployment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5212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Run before demo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SQL Server running, backend on http://localhost:5168, frontend on http://localhost:5173.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73152" cy="105156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246120"/>
            <a:ext cx="5212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GitHub command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git add backend/XaaDirApi frontend/xaadir-client database documentation; git commit; git push.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3246120"/>
            <a:ext cx="73152" cy="1051560"/>
          </a:xfrm>
          <a:prstGeom prst="rect">
            <a:avLst/>
          </a:prstGeom>
          <a:solidFill>
            <a:srgbClr val="14B84A"/>
          </a:solidFill>
          <a:ln w="12700">
            <a:solidFill>
              <a:srgbClr val="14B8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663440"/>
            <a:ext cx="52120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Conclusion
</a:t>
            </a:r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XaaDir App is ready for final review after local testing.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4663440"/>
            <a:ext cx="73152" cy="8229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46520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XaaDir Attendance Management System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24712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CE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XaaDir Final Presentation</dc:title>
  <dc:subject>PptxGenJS Presentation</dc:subject>
  <dc:creator>XaaDir App</dc:creator>
  <cp:lastModifiedBy>XaaDir App</cp:lastModifiedBy>
  <cp:revision>1</cp:revision>
  <dcterms:created xsi:type="dcterms:W3CDTF">2026-07-01T23:06:04Z</dcterms:created>
  <dcterms:modified xsi:type="dcterms:W3CDTF">2026-07-01T23:06:04Z</dcterms:modified>
</cp:coreProperties>
</file>